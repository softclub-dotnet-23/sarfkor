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Салом. Ман Ардашер Акмалзода, самти .NET. Лоиҳаи ман — Sarfkor, системаи автоматикунонии мағоза.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Мағозаҳои хурд ҳисобро дар дафтар мебаранд. Барномаҳои тайёр таҷҳизоти гарон талаб мекунанд. Ба Sarfkor танҳо телефон лозим аст — сифр сомонӣ таҷҳизот.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Ду қабат. Барои мағоза — касса, склад, ҳисобот. Барои харидор — скан ва муқоисаи нарх. Мағозаи пайвастшуда худкор витрина мегирад, ин фарқи мо аз рақиб.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— .NET 10 бо Clean Architecture ва SOLID. Пойгоҳ — PostgreSQL. Frontend — React ва TypeScript. Скани штрихкод бе китобхонаи бегона, тавассути BarcodeDetector. 259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 ҶО МЕГУЗАРАМ БА БАРНОМА. Приёмка бо скан, фурӯш дар касса, ҳисобот. Агар камера накорад — штрихкодро дастӣ ворид мекунам ва давом медиҳам.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дар интернет кор мекунад. 55 сущност, тақрибан 100 эндпоинт, 259 тест. Қадами навбатӣ — ҳисобдорӣ, фискализатсия, режими офлайн. Ташаккур.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0D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SARFKOR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Системаи автоматикунонии мағоза барои Тоҷикистон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Ардашер Акмалзода   ·   .NET Backend   ·   Softclub Academy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Кадом мушкилотро ҳал мекунад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Мағозаҳои хурди Тоҷикистон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Дафтар ба ҷои система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Ҳисоби мол ва пул дар дафтарча. Хато, гумшавӣ, дуздӣ.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07792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816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Таҷҳизот гарон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108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POS-терминал ва сканери USB — садҳо доллар. Мағозаи хурд намехарад.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68496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877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Соҳиб рақамҳоро намебинад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1696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Фоида чӣ қадар? Кадом мол зуд тамом мешавад?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2423160" cy="3063240"/>
          </a:xfrm>
          <a:prstGeom prst="roundRect">
            <a:avLst>
              <a:gd name="adj" fmla="val 3396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148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0" dirty="0"/>
          </a:p>
        </p:txBody>
      </p:sp>
      <p:sp>
        <p:nvSpPr>
          <p:cNvPr id="21" name="Text 19"/>
          <p:cNvSpPr/>
          <p:nvPr/>
        </p:nvSpPr>
        <p:spPr>
          <a:xfrm>
            <a:off x="6172200" y="3063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сомонӣ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таҷҳизот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794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фақат телефон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Ҳалли пешниҳодшуда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 қабат — як система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3017520"/>
          </a:xfrm>
          <a:prstGeom prst="roundRect">
            <a:avLst>
              <a:gd name="adj" fmla="val 272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БАРОИ МАҒОЗА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 — фурӯш бо скани штрихкод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— приёмка, бақия, ҳисоб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Поставщикҳо ва харид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Акция ва барномаи вафодорӣ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Ҳисобот: фурӯш ва фоида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600200"/>
            <a:ext cx="3886200" cy="3017520"/>
          </a:xfrm>
          <a:prstGeom prst="roundRect">
            <a:avLst>
              <a:gd name="adj" fmla="val 272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БАРОИ ХАРИДОР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212848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 штрихкод бо телефон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Нарх дар мағозаҳои наздик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Таърихи нарх ва акцияҳо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Муқоисаи сабади харид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0" y="4041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Мағозаи пайвастшуда худкор витринаи худро барои харидорон мегирад — ин фарқи асосии мо аз рақибон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Технологияҳо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чи дар ҷараёни таҳия истифода шуд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· ASP.NET 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· SOLID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4592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Пойгоҳи додаҳо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46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Бехатарӣ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JWT · се нақш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 · Rate limiting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182112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346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Скани штрихкод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BarcodeDetector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 китобхонаи бегона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182112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346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Сифат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тести гузаранда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· Swagger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НАМОИШ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 қадам — тавре ки мағоза ҳар рӯз кор мекунад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 штрихкод → мол ба склад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Фурӯш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931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 → чек → пардохт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722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Ҳисобот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Фурӯш, бақия, фоида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Натиҷа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дар интернет кор мекунад, на танҳо дар компютери ман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47088" cy="1417320"/>
          </a:xfrm>
          <a:prstGeom prst="roundRect">
            <a:avLst>
              <a:gd name="adj" fmla="val 5806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сущностҳои домен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78608" y="1691640"/>
            <a:ext cx="1847088" cy="1417320"/>
          </a:xfrm>
          <a:prstGeom prst="roundRect">
            <a:avLst>
              <a:gd name="adj" fmla="val 5806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8745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78608" y="251460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эндпоинти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08576" y="1691640"/>
            <a:ext cx="1847088" cy="1417320"/>
          </a:xfrm>
          <a:prstGeom prst="roundRect">
            <a:avLst>
              <a:gd name="adj" fmla="val 5806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8745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08576" y="251460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 гузаранда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38544" y="1691640"/>
            <a:ext cx="1847088" cy="1417320"/>
          </a:xfrm>
          <a:prstGeom prst="roundRect">
            <a:avLst>
              <a:gd name="adj" fmla="val 5806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87452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38544" y="251460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нақши корбар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Қадами навбатӣ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Ҳисобдорӣ — хароҷот ва ҳисоббаробаркунӣ бо поставщикҳо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Фискализатсияи чек мувофиқи талаботи андоз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Режими офлайн барои мағозаҳои бе интернети устувор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2026-08-18T02:06:19Z</dcterms:created>
  <dcterms:modified xsi:type="dcterms:W3CDTF">2026-08-18T02:06:19Z</dcterms:modified>
</cp:coreProperties>
</file>